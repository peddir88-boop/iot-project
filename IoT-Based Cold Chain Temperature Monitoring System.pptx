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90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94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30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20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6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05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41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461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816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484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273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62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0174A-AE8C-4644-A229-D1293EB1001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92F7F8BE-D28C-4FBF-9842-2D986A2F678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27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3FFC4-EA03-701E-73A7-EE3BCA290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Cold Chain Temperature Monitoring System</a:t>
            </a:r>
          </a:p>
        </p:txBody>
      </p:sp>
    </p:spTree>
    <p:extLst>
      <p:ext uri="{BB962C8B-B14F-4D97-AF65-F5344CB8AC3E}">
        <p14:creationId xmlns:p14="http://schemas.microsoft.com/office/powerpoint/2010/main" val="1323138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238AA-F17D-EB8F-9957-73462ACF2F36}"/>
              </a:ext>
            </a:extLst>
          </p:cNvPr>
          <p:cNvSpPr txBox="1"/>
          <p:nvPr/>
        </p:nvSpPr>
        <p:spPr>
          <a:xfrm>
            <a:off x="2379406" y="1486032"/>
            <a:ext cx="7433187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Objective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Cold chain logistics require strict temperature control between 2°C and 8°C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deviations can cause spoilage of food and medical products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monitoring systems lack real-time visibility and alerts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 of faults increases operational and financial risks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is to design a real-time automated monitoring solution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provides continuous tracking, alerts, and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469376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AAA6A6-4DF8-FA8E-83EF-A0BEA6FBFD1D}"/>
              </a:ext>
            </a:extLst>
          </p:cNvPr>
          <p:cNvSpPr txBox="1"/>
          <p:nvPr/>
        </p:nvSpPr>
        <p:spPr>
          <a:xfrm>
            <a:off x="2694038" y="1486032"/>
            <a:ext cx="6803924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as a complete end-to-end IoT data pipeline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 is generated using a simulator representing real devices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protocol enables lightweight and real-time communication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Subscriber processes, validates, and enriches incoming data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InfluxDB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high-frequency time-series sensor data efficiently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visualizes data and applies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413083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6C0827-5F95-AD29-2A75-4D57A08E49BD}"/>
              </a:ext>
            </a:extLst>
          </p:cNvPr>
          <p:cNvSpPr txBox="1"/>
          <p:nvPr/>
        </p:nvSpPr>
        <p:spPr>
          <a:xfrm>
            <a:off x="2453148" y="1486032"/>
            <a:ext cx="7285704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&amp; Processing Layer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vehicles (V001, V002, V003) simulate real cold-chain transport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vehicle produces temperature, humidity, zone, and timestamp data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Zones include warehouse, transit, and delivery to reflect real conditions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Faults such as spikes, delays, duplicates, and dropouts are injected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 validates data and removes invalid or duplicate records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are triggered when temperature goes outside the safe 2–8°C range</a:t>
            </a:r>
          </a:p>
        </p:txBody>
      </p:sp>
    </p:spTree>
    <p:extLst>
      <p:ext uri="{BB962C8B-B14F-4D97-AF65-F5344CB8AC3E}">
        <p14:creationId xmlns:p14="http://schemas.microsoft.com/office/powerpoint/2010/main" val="167084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88672E-4BE1-1480-5118-CA43997295D0}"/>
              </a:ext>
            </a:extLst>
          </p:cNvPr>
          <p:cNvSpPr txBox="1"/>
          <p:nvPr/>
        </p:nvSpPr>
        <p:spPr>
          <a:xfrm>
            <a:off x="378541" y="706973"/>
            <a:ext cx="5599472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&amp; Key Metrics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InfluxDB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store time-series sensor data efficiently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generated and stored over 10,000 records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collected from 3 vehicles across 3 operational zones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133 cold chain alerts were detected during monitoring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supports fast querying and real-time data retrieval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also be exported for further analysis and reporting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A6098C-0608-F6A2-8865-065E9C93F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8013" y="1363903"/>
            <a:ext cx="5943600" cy="413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3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95FF44-61BB-B4F0-787A-71A0B65F21BB}"/>
              </a:ext>
            </a:extLst>
          </p:cNvPr>
          <p:cNvSpPr txBox="1"/>
          <p:nvPr/>
        </p:nvSpPr>
        <p:spPr>
          <a:xfrm>
            <a:off x="304800" y="706973"/>
            <a:ext cx="5388078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1: Temperature Trends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 displays temperature variations over time for each vehicle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monitor real-time behavior of temperature during transportation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vehicles are tracked simultaneously in a single view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Sudden spikes or drops can be visually identified easily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updated continuously to reflect real-time changes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operational monitoring and quick decision-making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0A0F7F-E4CB-26C9-DDB8-4167901B7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382953"/>
            <a:ext cx="5943600" cy="40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12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5C4B23-2372-2939-EE17-A2DD2B6F0CDC}"/>
              </a:ext>
            </a:extLst>
          </p:cNvPr>
          <p:cNvSpPr txBox="1"/>
          <p:nvPr/>
        </p:nvSpPr>
        <p:spPr>
          <a:xfrm>
            <a:off x="442451" y="914722"/>
            <a:ext cx="5466736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2: Zone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and table show temperature distribution across different zones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zone has an average temperature of approximately 6.49°C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 zone maintains around 5.22°C on average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shows a lower average temperature of about 3.83°C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min and max values highlights possible anomalies or spikes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helps compare performance across operational stages</a:t>
            </a:r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6AF484A-0D14-DC0A-3B2F-1B7FE4087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510" y="1682268"/>
            <a:ext cx="5943600" cy="371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69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CBA4F-F3A6-5933-9F80-386D6EA2E988}"/>
              </a:ext>
            </a:extLst>
          </p:cNvPr>
          <p:cNvSpPr txBox="1"/>
          <p:nvPr/>
        </p:nvSpPr>
        <p:spPr>
          <a:xfrm>
            <a:off x="535857" y="706973"/>
            <a:ext cx="5461820" cy="5444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&amp; Conclusion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algorithm is used for anomaly detection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analyzes temperature and humidity patterns for abnormal behavior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500 anomalies were detected from the dataset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anomaly rate is approximately 5 percent of all records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successfully identifies unusual sensor readings in real time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is scalable and can be extended to real-world deployments</a:t>
            </a:r>
          </a:p>
        </p:txBody>
      </p:sp>
      <p:pic>
        <p:nvPicPr>
          <p:cNvPr id="4" name="Picture 3" descr="A screen shot of a graph&#10;&#10;AI-generated content may be incorrect.">
            <a:extLst>
              <a:ext uri="{FF2B5EF4-FFF2-40B4-BE49-F238E27FC236}">
                <a16:creationId xmlns:a16="http://schemas.microsoft.com/office/drawing/2014/main" id="{029E1930-A98E-F49E-E7BD-9D043F721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38865"/>
            <a:ext cx="5943600" cy="428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2297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443</Words>
  <Application>Microsoft Office PowerPoint</Application>
  <PresentationFormat>Widescreen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Gill Sans MT</vt:lpstr>
      <vt:lpstr>Times New Roman</vt:lpstr>
      <vt:lpstr>Gallery</vt:lpstr>
      <vt:lpstr>IoT-Based Cold Chain Temperature Monitoring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2026-05-03T17:17:53Z</dcterms:created>
  <dcterms:modified xsi:type="dcterms:W3CDTF">2026-05-03T17:30:28Z</dcterms:modified>
</cp:coreProperties>
</file>